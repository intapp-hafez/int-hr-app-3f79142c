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06F5-B941-E28A-14D0-3EFC7F901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C76B30-A50A-AA1F-ED9B-66974A98B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2A42A-E936-A818-01AA-3969FC3AD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9F5B-949E-4A1D-A378-5E1BCA7B1C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7339E-B137-12B7-31F6-8233EB20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FD75C-32A6-107E-7796-8033EBEF5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36B96-8D6E-4FAF-8B51-EBAF15269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42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E34B-CA3E-9C11-4195-3038BC577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58BC-F29E-922C-2ADF-D9974D40B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B36E9-2C21-AE64-6E67-8A6FDB214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9F5B-949E-4A1D-A378-5E1BCA7B1C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42931-F597-5E19-D29A-76A02A096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CE4E3-B9C3-9E89-F0B0-F326C789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36B96-8D6E-4FAF-8B51-EBAF15269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8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667A-7016-B035-BD59-CCACAAAB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D697C-6929-50E1-E500-38E21F601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5BA4E-24BA-6111-13EB-F06EE59D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9F5B-949E-4A1D-A378-5E1BCA7B1C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FC32E-E3AC-0643-65CF-0F03CEBDB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4573E-37FB-0150-0F42-42D1B0FE6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36B96-8D6E-4FAF-8B51-EBAF15269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76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1CD35-5C19-5AD9-7B14-2C4870646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0DDD2-AB10-5057-C444-A6882E96D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A6C6A-0498-AC75-47C4-6A0C1D51D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37C18-6C28-A1DA-A5AC-C86E734F5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9F5B-949E-4A1D-A378-5E1BCA7B1C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6D163-5607-C5E8-C048-56045202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FE6B5-B153-EF42-F5F4-72039ACD0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36B96-8D6E-4FAF-8B51-EBAF15269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2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5CFBE-FDBF-6544-A51C-1F63335C0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79B09-FA20-5AE3-6A94-B5D9A5D57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6E020-763A-61CB-A15C-A511FDCDA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54C748-7529-A964-83A0-23FB44ABE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C1123F-CC70-A5AD-2780-BEA3AD6BB2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647865-4703-C2CF-3495-671002003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9F5B-949E-4A1D-A378-5E1BCA7B1C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B216AA-968A-61DF-E060-4E0B0392F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82858D-0168-420F-21FB-BBC15C663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36B96-8D6E-4FAF-8B51-EBAF15269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8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991A-9CFA-4809-5690-BFCB60F6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F36F1-D8EA-C0A8-653F-C44461339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9F5B-949E-4A1D-A378-5E1BCA7B1C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1ADF9-0A64-CE60-9E11-90D69F501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D84C9-2CE6-D282-E01D-41B4B046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36B96-8D6E-4FAF-8B51-EBAF15269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30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471BBC-F772-961D-3EC3-182F14645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9F5B-949E-4A1D-A378-5E1BCA7B1C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D415A-F0A0-145A-1ACD-3DF0EF91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30317-2D0A-6CAC-6D71-9599BCF5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36B96-8D6E-4FAF-8B51-EBAF15269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8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269B-8DE2-872E-2A3D-B3A860C7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5E1B0-ACA3-1F76-3038-40768C0EA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A7EEE-C2DB-3A4D-1346-611FAA73F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DB090-EE92-3235-789A-CCEC600D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9F5B-949E-4A1D-A378-5E1BCA7B1C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55913-448C-B2E9-C4F2-83E90D2E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55BA6-94CA-61F5-6238-3B95693F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36B96-8D6E-4FAF-8B51-EBAF15269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15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FABDD-83E0-4706-23A8-15D4CE43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69D37F-7C4F-B85E-1E1C-52B9A1161A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CCFE4-77BD-3921-952C-2FB885E90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1F08B-0EDE-A55E-0BD1-9C0AAD821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9F5B-949E-4A1D-A378-5E1BCA7B1C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EA57B-D26E-8059-B9E4-4D2B57735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AE236-9F5D-BB5B-C7D5-C2079F506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36B96-8D6E-4FAF-8B51-EBAF15269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72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DBFC-C879-4F3F-AAEE-E3ECDF91B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F5DD9B-5414-8255-CDDD-EB8AFF0D1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A4418-F6E3-E49A-1603-A318E544D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9F5B-949E-4A1D-A378-5E1BCA7B1C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7F63D-2D29-BB0F-2862-1CD670C31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E5B67-C6EF-AFBF-8848-C55AC6B9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36B96-8D6E-4FAF-8B51-EBAF15269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5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292537-3AA4-9F66-1F9E-85D598E68F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942C7-455C-A2C1-BC5A-94FBF9416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E5147-AFE5-09FC-67A6-38C54930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9F5B-949E-4A1D-A378-5E1BCA7B1C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B1E68-33BC-5207-FE97-271744169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C5718-66C8-E228-B43B-A7C23C14D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36B96-8D6E-4FAF-8B51-EBAF15269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94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59DE61-6407-EDE7-5C33-723CF886D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B985D-DF96-BAAE-D685-F63513A3A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49B88-6961-AA49-BA69-F7E9CCDA98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19F5B-949E-4A1D-A378-5E1BCA7B1C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1D029-BA1E-21A9-5572-DCB1AC71C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0B601-E9DE-F677-28B3-3DFF37D7A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36B96-8D6E-4FAF-8B51-EBAF15269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05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A7A99DA-F751-0A30-4CC8-EBA1818B1BD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65E9926-2FC0-4FD7-DC15-961671FFE714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FBAC4C4E-468E-3CEE-4B0B-45663F4C10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0287000" cy="6858000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471E9D-1558-EE3C-7D1A-4D861AFCEBA2}"/>
                  </a:ext>
                </a:extLst>
              </p:cNvPr>
              <p:cNvSpPr txBox="1"/>
              <p:nvPr/>
            </p:nvSpPr>
            <p:spPr>
              <a:xfrm>
                <a:off x="6096000" y="0"/>
                <a:ext cx="6096000" cy="6858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5B1CCE8-45A8-21AA-20E7-C9A45BDE6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9774" y="5655474"/>
              <a:ext cx="1113183" cy="114951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2A4A5DD-0135-19C5-BA71-11076B4F8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168" y="2519211"/>
              <a:ext cx="2875789" cy="212584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373ABC-FF5B-25A0-2E61-3C3577ACEC4D}"/>
                </a:ext>
              </a:extLst>
            </p:cNvPr>
            <p:cNvSpPr txBox="1"/>
            <p:nvPr/>
          </p:nvSpPr>
          <p:spPr>
            <a:xfrm>
              <a:off x="6241774" y="1146808"/>
              <a:ext cx="5791200" cy="5584606"/>
            </a:xfrm>
            <a:prstGeom prst="rect">
              <a:avLst/>
            </a:prstGeom>
            <a:noFill/>
            <a:ln w="28575"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  <a:latin typeface="Constantia" panose="02030602050306030303" pitchFamily="18" charset="0"/>
                </a:rPr>
                <a:t>Dear Colleagues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  <a:latin typeface="Constantia" panose="02030602050306030303" pitchFamily="18" charset="0"/>
                </a:rPr>
                <a:t>With a great pleasure we are welcoming 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 i="1" dirty="0">
                  <a:solidFill>
                    <a:schemeClr val="bg1">
                      <a:lumMod val="95000"/>
                    </a:schemeClr>
                  </a:solidFill>
                  <a:latin typeface="Constantia" panose="02030602050306030303" pitchFamily="18" charset="0"/>
                </a:rPr>
                <a:t>Mr. </a:t>
              </a:r>
              <a:r>
                <a:rPr lang="ar-EG" sz="2000" b="1" i="1" dirty="0">
                  <a:solidFill>
                    <a:schemeClr val="bg1">
                      <a:lumMod val="95000"/>
                    </a:schemeClr>
                  </a:solidFill>
                  <a:latin typeface="Constantia" panose="02030602050306030303" pitchFamily="18" charset="0"/>
                </a:rPr>
                <a:t> </a:t>
              </a:r>
              <a:endParaRPr lang="en-US" sz="2000" b="1" i="1" dirty="0">
                <a:solidFill>
                  <a:schemeClr val="bg1">
                    <a:lumMod val="95000"/>
                  </a:schemeClr>
                </a:solidFill>
                <a:latin typeface="Constantia" panose="02030602050306030303" pitchFamily="18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  <a:latin typeface="Constantia" panose="02030602050306030303" pitchFamily="18" charset="0"/>
                </a:rPr>
                <a:t>To Integrated Technics team as </a:t>
              </a:r>
            </a:p>
            <a:p>
              <a:pPr algn="ctr">
                <a:lnSpc>
                  <a:spcPct val="150000"/>
                </a:lnSpc>
              </a:pPr>
              <a:r>
                <a:rPr lang="ar-EG" sz="2000" b="1" i="1" dirty="0">
                  <a:solidFill>
                    <a:schemeClr val="bg1">
                      <a:lumMod val="95000"/>
                    </a:schemeClr>
                  </a:solidFill>
                  <a:latin typeface="Constantia" panose="02030602050306030303" pitchFamily="18" charset="0"/>
                </a:rPr>
                <a:t> </a:t>
              </a:r>
              <a:endParaRPr lang="en-US" sz="2000" b="1" i="1" dirty="0">
                <a:solidFill>
                  <a:schemeClr val="bg1">
                    <a:lumMod val="95000"/>
                  </a:schemeClr>
                </a:solidFill>
                <a:latin typeface="Constantia" panose="02030602050306030303" pitchFamily="18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2000" b="1" i="1" dirty="0">
                  <a:solidFill>
                    <a:schemeClr val="bg1">
                      <a:lumMod val="95000"/>
                    </a:schemeClr>
                  </a:solidFill>
                  <a:latin typeface="Constantia" panose="02030602050306030303" pitchFamily="18" charset="0"/>
                </a:rPr>
                <a:t>Mr. </a:t>
              </a:r>
              <a:r>
                <a:rPr lang="ar-EG" sz="2000" b="1" i="1" dirty="0">
                  <a:solidFill>
                    <a:schemeClr val="bg1">
                      <a:lumMod val="95000"/>
                    </a:schemeClr>
                  </a:solidFill>
                  <a:latin typeface="Constantia" panose="02030602050306030303" pitchFamily="18" charset="0"/>
                </a:rPr>
                <a:t> </a:t>
              </a:r>
              <a:endParaRPr lang="en-US" sz="2000" b="1" i="1" dirty="0">
                <a:solidFill>
                  <a:schemeClr val="bg1">
                    <a:lumMod val="95000"/>
                  </a:schemeClr>
                </a:solidFill>
                <a:latin typeface="Constantia" panose="02030602050306030303" pitchFamily="18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  <a:latin typeface="Constantia" panose="02030602050306030303" pitchFamily="18" charset="0"/>
                </a:rPr>
                <a:t>We are so excited to have you as a part of our team.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  <a:latin typeface="Constantia" panose="02030602050306030303" pitchFamily="18" charset="0"/>
                </a:rPr>
                <a:t>We believe that your organizational , planning and technical abilities are going to add positive impact on our operations.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i="1" dirty="0">
                  <a:solidFill>
                    <a:schemeClr val="bg1">
                      <a:lumMod val="95000"/>
                    </a:schemeClr>
                  </a:solidFill>
                  <a:latin typeface="Constantia" panose="02030602050306030303" pitchFamily="18" charset="0"/>
                </a:rPr>
                <a:t>We are looking forward to mutually beneficial business relationship. 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9BABBB6-6211-0809-CFEE-C63FE6C4E29E}"/>
                </a:ext>
              </a:extLst>
            </p:cNvPr>
            <p:cNvSpPr/>
            <p:nvPr/>
          </p:nvSpPr>
          <p:spPr>
            <a:xfrm>
              <a:off x="6202115" y="235263"/>
              <a:ext cx="5870518" cy="80021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600" b="1" cap="none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  <a:latin typeface="Andalus" panose="02020603050405020304" pitchFamily="18" charset="-78"/>
                  <a:cs typeface="Andalus" panose="02020603050405020304" pitchFamily="18" charset="-78"/>
                </a:rPr>
                <a:t>WELCOME ON BOARD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02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66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Andalus</vt:lpstr>
      <vt:lpstr>Arial</vt:lpstr>
      <vt:lpstr>Calibri</vt:lpstr>
      <vt:lpstr>Calibri Light</vt:lpstr>
      <vt:lpstr>Constantia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</dc:creator>
  <cp:lastModifiedBy>Admin</cp:lastModifiedBy>
  <cp:revision>41</cp:revision>
  <dcterms:created xsi:type="dcterms:W3CDTF">2023-02-23T08:45:02Z</dcterms:created>
  <dcterms:modified xsi:type="dcterms:W3CDTF">2026-09-24T10:28:13Z</dcterms:modified>
</cp:coreProperties>
</file>